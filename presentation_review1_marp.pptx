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EB6A59F-800A-4FB7-B8BC-EC8A1C837EE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C5B417-CE28-4C54-B56F-C1FC25F0CB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BD380F-1AC7-45CF-B7C1-3D09DECADC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F6C267-7C6C-4EDB-BFE1-B95374B896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978C0-8B0D-4BB3-8000-506E8299A6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63992B-E403-4746-82D9-182EA55049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7C7444-5944-44B6-97E4-5311B3175A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16B5FD-8411-4347-963E-E1793F07F6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E36017-07FD-4334-B564-95AFD4E305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0956C0-04AD-4307-BBF9-708DC2E591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25F64D-3274-4BA8-9351-01C386912E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AB948A-2821-4936-9762-8797F7A6A2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94EEE2-A69A-468A-80EE-CD63E4D1AA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31FBD6-574B-4F67-AD5D-C9BAF7EFA3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5CDFAD-401D-4956-824C-9B64D2014E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1B2175-EE3C-453F-95EF-B55DE3636B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D316B5-99F6-4B6E-9707-7C24398585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FE0FC5-1DB9-4408-B209-9BC5D8CE39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DD0C9A-BE9A-4AFE-996A-93837B73FB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328C5-2386-45C7-9B61-9C8F0BDEF1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4320000"/>
            <a:ext cx="6120000" cy="239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 no : 23BCE1119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Name : Avirup Saha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Application>LibreOffice/26.2.5.2$Linux_X86_64 LibreOffice_project/8a3fea97829b1f8ff217ebe1656bf0a08013b542</Application>
  <AppVersion>15.0000</AppVersion>
  <Words>0</Words>
  <Paragraphs>0</Paragraphs>
  <Company>Created by Marp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2026-09-08T08:37:41Z</dcterms:created>
  <dc:creator>Created by Marp</dc:creator>
  <dc:description/>
  <dc:language>en-IN</dc:language>
  <cp:lastModifiedBy/>
  <dcterms:modified xsi:type="dcterms:W3CDTF">2026-09-08T17:41:36Z</dcterms:modified>
  <cp:revision>2</cp:revision>
  <dc:subject>PptxGenJS Presentation</dc:subject>
  <dc:title>P16: Grounded Hybrid Detection of IaC Misconfigurations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